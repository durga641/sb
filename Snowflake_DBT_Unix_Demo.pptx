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DBT Project – Unix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monolithic SQL execution with Snowflake DBT project</a:t>
            </a:r>
          </a:p>
          <a:p>
            <a:r>
              <a:t>Trigger from Unix using private key authentication</a:t>
            </a:r>
          </a:p>
          <a:p/>
          <a:p>
            <a:r>
              <a:t>Developer → Snowflake Workspace → Deploy DBT PROJECT</a:t>
            </a:r>
          </a:p>
          <a:p>
            <a:r>
              <a:t>→ Unix → EXECUTE DBT PROJECT → Tables created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to 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Developer creates DBT models</a:t>
            </a:r>
          </a:p>
          <a:p>
            <a:r>
              <a:t>2. Deploy DBT PROJECT</a:t>
            </a:r>
          </a:p>
          <a:p>
            <a:r>
              <a:t>3. Models create tables</a:t>
            </a:r>
          </a:p>
          <a:p>
            <a:r>
              <a:t>4. Create TASK</a:t>
            </a:r>
          </a:p>
          <a:p>
            <a:r>
              <a:t>5. Unix triggers Snowflake</a:t>
            </a:r>
          </a:p>
          <a:p>
            <a:r>
              <a:t>6. Snowflake executes DBT</a:t>
            </a:r>
          </a:p>
          <a:p>
            <a:r>
              <a:t>7. Monitor in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DBT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Snowsight → Projects → Workspaces → Create Workspace</a:t>
            </a:r>
          </a:p>
          <a:p>
            <a:r>
              <a:t>Database : ANALYTICS_DEV</a:t>
            </a:r>
          </a:p>
          <a:p>
            <a:r>
              <a:t>Schema : DBT_DEV</a:t>
            </a:r>
          </a:p>
          <a:p>
            <a:r>
              <a:t>Role : DBT_ROLE</a:t>
            </a:r>
          </a:p>
          <a:p>
            <a:r>
              <a:t>Warehouse : DBT_WH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DBT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Workspace → Deploy</a:t>
            </a:r>
          </a:p>
          <a:p>
            <a:r>
              <a:t>Project : DBT_PROJECT_DEV</a:t>
            </a:r>
          </a:p>
          <a:p>
            <a:r>
              <a:t>Database : ANALYTICS_DEV</a:t>
            </a:r>
          </a:p>
          <a:p>
            <a:r>
              <a:t>Schema : DBT_DEV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DBT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DBT PROJECTS IN SCHEMA ANALYTICS_DEV.DBT_DEV;</a:t>
            </a:r>
          </a:p>
          <a:p/>
          <a:p>
            <a:r>
              <a:t>DESCRIBE DBT PROJECT ANALYTICS_DEV.DBT_DEV.DBT_PROJECT_DEV;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Execute DBT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DBT PROJECT ANALYTICS_DEV.DBT_DEV.DBT_PROJECT_DEV</a:t>
            </a:r>
          </a:p>
          <a:p>
            <a:r>
              <a:t>ARGS='build';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OR REPLACE TASK RUN_DBT_PROJECT_DEV</a:t>
            </a:r>
          </a:p>
          <a:p>
            <a:r>
              <a:t>WAREHOUSE = DBT_WH</a:t>
            </a:r>
          </a:p>
          <a:p>
            <a:r>
              <a:t>SCHEDULE = 'USING CRON 0 */6 * * * America/New_York'</a:t>
            </a:r>
          </a:p>
          <a:p>
            <a:r>
              <a:t>AS EXECUTE DBT PROJECT ANALYTICS_DEV.DBT_DEV.DBT_PROJECT_DEV</a:t>
            </a:r>
          </a:p>
          <a:p>
            <a:r>
              <a:t>ARGS='build';</a:t>
            </a:r>
          </a:p>
          <a:p/>
          <a:p>
            <a:r>
              <a:t>ALTER TASK RUN_DBT_PROJECT_DEV RESUME;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Unix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snowsql -a &lt;account&gt;</a:t>
            </a:r>
          </a:p>
          <a:p>
            <a:r>
              <a:t>-u DBT_USER</a:t>
            </a:r>
          </a:p>
          <a:p>
            <a:r>
              <a:t>--private-key-path /keys/rsa_key.p8</a:t>
            </a:r>
          </a:p>
          <a:p>
            <a:r>
              <a:t>-r DBT_ROLE</a:t>
            </a:r>
          </a:p>
          <a:p>
            <a:r>
              <a:t>-w DBT_WH</a:t>
            </a:r>
          </a:p>
          <a:p>
            <a:r>
              <a:t>-d ANALYTICS_DEV</a:t>
            </a:r>
          </a:p>
          <a:p>
            <a:r>
              <a:t>-s DBT_DEV</a:t>
            </a:r>
          </a:p>
          <a:p>
            <a:r>
              <a:t>-q "EXECUTE DBT PROJECT ANALYTICS_DEV.DBT_DEV.DBT_PROJECT_DEV ARGS='build';"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 to PROD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DEV: ANALYTICS_DEV.DBT_DEV</a:t>
            </a:r>
          </a:p>
          <a:p>
            <a:r>
              <a:t>DBT_PROJECT_DEV</a:t>
            </a:r>
          </a:p>
          <a:p/>
          <a:p>
            <a:r>
              <a:t>PROD: ANALYTICS_PROD.DBT_PROD</a:t>
            </a:r>
          </a:p>
          <a:p>
            <a:r>
              <a:t>DBT_PROJECT_PROD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Bitbucket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commit → push</a:t>
            </a:r>
          </a:p>
          <a:p>
            <a:r>
              <a:t>CI pulls repo</a:t>
            </a:r>
          </a:p>
          <a:p>
            <a:r>
              <a:t>Deploy DBT PROJECT</a:t>
            </a:r>
          </a:p>
          <a:p>
            <a:r>
              <a:t>Unix triggers Snowflake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